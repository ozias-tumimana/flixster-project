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20040" cy="6858000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200" b="1" i="0">
                <a:solidFill>
                  <a:srgbClr val="FFFFFF"/>
                </a:solidFill>
                <a:latin typeface="Arial"/>
              </a:rPr>
              <a:t>Flixster</a:t>
            </a:r>
          </a:p>
          <a:p>
            <a:r>
              <a:rPr sz="2200" b="0" i="0">
                <a:solidFill>
                  <a:srgbClr val="00A8E1"/>
                </a:solidFill>
                <a:latin typeface="Arial"/>
              </a:rPr>
              <a:t>Now playing in theaters — reimagined as a streaming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Arial"/>
              </a:rPr>
              <a:t>by Ozias Tumimana</a:t>
            </a:r>
          </a:p>
          <a:p>
            <a:r>
              <a:rPr sz="1800" b="0" i="0">
                <a:solidFill>
                  <a:srgbClr val="AAB7C4"/>
                </a:solidFill>
                <a:latin typeface="Arial"/>
              </a:rPr>
              <a:t>https://&lt;your-app&gt;.onrender.com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AAB7C4"/>
                </a:solidFill>
                <a:latin typeface="Arial"/>
              </a:rPr>
              <a:t>React 18 + Vite · TMDb API · OpenRouter AI · deployed on 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64592" cy="640080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Arial"/>
              </a:rPr>
              <a:t>What does Flixster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65836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Arial"/>
              </a:rPr>
              <a:t>Flixster shows the movies playing in theaters right now — search them, save favorites, watch trailers, and get an AI recommendation, all in a streaming-service-style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0"/>
            <a:ext cx="65836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✱  Pulls live “now playing” movies from The Movie Database (TMDb)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✱  Search any movie; sort by title, release date, or rating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✱  Click a movie for full details, genres, and an embedded trailer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✱  AI “Watch Recommendation” explains who would enjoy the film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554480"/>
            <a:ext cx="3657600" cy="4572000"/>
          </a:xfrm>
          <a:prstGeom prst="roundRect">
            <a:avLst/>
          </a:prstGeom>
          <a:solidFill>
            <a:srgbClr val="1A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1089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00A8E1"/>
                </a:solidFill>
                <a:latin typeface="Arial"/>
              </a:rPr>
              <a:t>The stack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React 18 + Vite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TMDb REST API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OpenRouter (AI, free models)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YouTube IFrame API (trailers)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CSS custom-property theming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Deployed: Render static 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64592" cy="640080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AAB7C4"/>
                </a:solidFill>
                <a:latin typeface="Arial"/>
              </a:rPr>
              <a:t>Required spec + every stretch feature except none — plus extras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3383280" cy="4480560"/>
          </a:xfrm>
          <a:prstGeom prst="roundRect">
            <a:avLst/>
          </a:prstGeom>
          <a:solidFill>
            <a:srgbClr val="1A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28346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Arial"/>
              </a:rPr>
              <a:t>Required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Now-playing grid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Search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Load More pagination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Sort (title / date / rating)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Responsive 2/3/5-col layout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Loading + error states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383280" cy="4480560"/>
          </a:xfrm>
          <a:prstGeom prst="roundRect">
            <a:avLst/>
          </a:prstGeom>
          <a:solidFill>
            <a:srgbClr val="1A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011680"/>
            <a:ext cx="28346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00A8E1"/>
                </a:solidFill>
                <a:latin typeface="Arial"/>
              </a:rPr>
              <a:t>Stretch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Favorites + Watched (Sets)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Sidebar view-switcher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Details modal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Embedded YouTube trailers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AI Watch Recommendation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737360"/>
            <a:ext cx="3291840" cy="4480560"/>
          </a:xfrm>
          <a:prstGeom prst="roundRect">
            <a:avLst/>
          </a:prstGeom>
          <a:solidFill>
            <a:srgbClr val="1A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7432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AAB7C4"/>
                </a:solidFill>
                <a:latin typeface="Arial"/>
              </a:rPr>
              <a:t>Redesign extras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Auto-rotating hero billboard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Category rows + genre chips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Amazon Prime visual theme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Mobile hamburger drawer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FFFFFF"/>
                </a:solidFill>
                <a:latin typeface="Arial"/>
              </a:rPr>
              <a:t>Expanding search icon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64592" cy="640080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Arial"/>
              </a:rPr>
              <a:t>Favorite &amp; most challenging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5029200" cy="4572000"/>
          </a:xfrm>
          <a:prstGeom prst="roundRect">
            <a:avLst/>
          </a:prstGeom>
          <a:solidFill>
            <a:srgbClr val="1A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20240"/>
            <a:ext cx="44805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00A8E1"/>
                </a:solidFill>
                <a:latin typeface="Arial"/>
              </a:rPr>
              <a:t>💙  Enjoyed the most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>Building the hero billboard — an auto-rotating, muted trailer behind the title, just like a real streaming home page.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>Seeing the whole app re-skin instantly the moment color tokens moved into CSS variables.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>
              <a:spcBef>
                <a:spcPts val="800"/>
              </a:spcBef>
            </a:pPr>
            <a:r>
              <a:rPr sz="1600" b="0" i="1">
                <a:solidFill>
                  <a:srgbClr val="AAB7C4"/>
                </a:solidFill>
                <a:latin typeface="Arial"/>
              </a:rPr>
              <a:t># &gt;&gt;&gt; YOURS: say which part was genuinely fun for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45920"/>
            <a:ext cx="5029200" cy="4572000"/>
          </a:xfrm>
          <a:prstGeom prst="roundRect">
            <a:avLst/>
          </a:prstGeom>
          <a:solidFill>
            <a:srgbClr val="1A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920240"/>
            <a:ext cx="44805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00A8E1"/>
                </a:solidFill>
                <a:latin typeface="Arial"/>
              </a:rPr>
              <a:t>🧩  Most interesting / challenging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>The YouTube trailer flashed its play/skip controls for a few seconds on load — fixed by hiding the video behind the poster until it’s actually playing, then revealing it.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>Keeping favorites as immutable Sets so React actually re-renders.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>
              <a:spcBef>
                <a:spcPts val="800"/>
              </a:spcBef>
            </a:pPr>
            <a:r>
              <a:rPr sz="1600" b="0" i="1">
                <a:solidFill>
                  <a:srgbClr val="AAB7C4"/>
                </a:solidFill>
                <a:latin typeface="Arial"/>
              </a:rPr>
              <a:t># &gt;&gt;&gt; YOURS: pick the one that taught you the most.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64592" cy="640080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Arial"/>
              </a:rPr>
              <a:t>What I'd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✱  Proxy the API keys through a small backend — right now VITE_ keys ship in the bundle (fine for free-tier, not for production)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✱  Persist favorites &amp; watched to localStorage so they survive a reload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✱  Add a real router so movie details have shareable URLs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✱  Cache TMDb responses to cut repeat requests and speed up Load More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✱  # &gt;&gt;&gt; YOURS: anything you'd architect differently a second time?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64592" cy="640080"/>
          </a:xfrm>
          <a:prstGeom prst="round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Arial"/>
              </a:rPr>
              <a:t>Thanks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✱  Shout-out to &lt;person&gt; for helping me with my project!   # &gt;&gt;&gt; YOURS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✱  The Movie Database (TMDb) — movie data &amp; images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✱  OpenRouter — free LLM access for the AI recommendation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✱  CodePath — course, spec, and feedback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✱  # &gt;&gt;&gt; YOURS: add any tutorials, classmates, or docs you leaned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264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00A8E1"/>
                </a:solidFill>
                <a:latin typeface="Arial"/>
              </a:rPr>
              <a:t>https://&lt;your-app&gt;.onrender.com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